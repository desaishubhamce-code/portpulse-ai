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733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Berth 1</c:v>
                  </c:pt>
                  <c:pt idx="1">
                    <c:v>Berth 2</c:v>
                  </c:pt>
                  <c:pt idx="2">
                    <c:v>Berth 3</c:v>
                  </c:pt>
                  <c:pt idx="3">
                    <c:v>Berth 4</c:v>
                  </c:pt>
                  <c:pt idx="4">
                    <c:v>Berth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</c:v>
                </c:pt>
                <c:pt idx="1">
                  <c:v>88</c:v>
                </c:pt>
                <c:pt idx="2">
                  <c:v>64</c:v>
                </c:pt>
                <c:pt idx="3">
                  <c:v>95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733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C4A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CONGESTION PREDICTOR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berth congestion to keep ships, cargo, and schedules moving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Track: Logistics  ·  Problem Statement L1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Submission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delays ships and cargo — and it's hard to see coming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A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892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Berths, cranes, and yard space are limited resources.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too many ships arrive in the same window, queues build up — delaying unload, trucking, and downstream supply chains.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operators today mostly react after congestion is visible, instead of anticipating it.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Year 1: the most intuitive, explainable problem in the Logistics track — no deep domain expertise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9202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920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modeled in sample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3319272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45643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345643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windows: 0–24h &amp; 24–72h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4855464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4992624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499262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tiers: red / yellow / green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Port Congestion, Not Supply Chain Disruption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Weighed against L2 (Supply Chain Disruption Assistant) on scope, data, and Year-1 feasibility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786384"/>
          </a:xfrm>
          <a:prstGeom prst="rect">
            <a:avLst/>
          </a:prstGeom>
          <a:solidFill>
            <a:srgbClr val="21295C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28800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4480560" cy="786384"/>
          </a:xfrm>
          <a:prstGeom prst="rect">
            <a:avLst/>
          </a:prstGeom>
          <a:solidFill>
            <a:srgbClr val="21295C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1828800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Port Congestion Predictor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480560" cy="786384"/>
          </a:xfrm>
          <a:prstGeom prst="rect">
            <a:avLst/>
          </a:prstGeom>
          <a:solidFill>
            <a:srgbClr val="21295C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16368" y="1828800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Supply Chain Disruption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23774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615184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26080" y="2615184"/>
            <a:ext cx="4480560" cy="786384"/>
          </a:xfrm>
          <a:prstGeom prst="rect">
            <a:avLst/>
          </a:prstGeom>
          <a:solidFill>
            <a:srgbClr val="E4F0EE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5808" y="2615184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idea — will a berth be congested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2615184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16368" y="2615184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 at once: rerouting, fleet, cold chain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2377440" cy="786384"/>
          </a:xfrm>
          <a:prstGeom prst="rect">
            <a:avLst/>
          </a:prstGeom>
          <a:solidFill>
            <a:srgbClr val="EAF4F7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01568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0" y="3401568"/>
            <a:ext cx="4480560" cy="786384"/>
          </a:xfrm>
          <a:prstGeom prst="rect">
            <a:avLst/>
          </a:prstGeom>
          <a:solidFill>
            <a:srgbClr val="E4F0EE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35808" y="3401568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arrival time, berth, queue position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3401568"/>
            <a:ext cx="4480560" cy="786384"/>
          </a:xfrm>
          <a:prstGeom prst="rect">
            <a:avLst/>
          </a:prstGeom>
          <a:solidFill>
            <a:srgbClr val="EAF4F7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16368" y="3401568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records + fleet status + sensor 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23774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187952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strength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26080" y="4187952"/>
            <a:ext cx="4480560" cy="786384"/>
          </a:xfrm>
          <a:prstGeom prst="rect">
            <a:avLst/>
          </a:prstGeom>
          <a:solidFill>
            <a:srgbClr val="E4F0EE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35808" y="4187952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dashboard, easy to explain to judges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06640" y="4187952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16368" y="4187952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but harder to finish and demo well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74336"/>
            <a:ext cx="2377440" cy="786384"/>
          </a:xfrm>
          <a:prstGeom prst="rect">
            <a:avLst/>
          </a:prstGeom>
          <a:solidFill>
            <a:srgbClr val="EAF4F7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97433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fit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4974336"/>
            <a:ext cx="4480560" cy="786384"/>
          </a:xfrm>
          <a:prstGeom prst="rect">
            <a:avLst/>
          </a:prstGeom>
          <a:solidFill>
            <a:srgbClr val="E4F0EE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4974336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scope for a first hackathon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4974336"/>
            <a:ext cx="4480560" cy="786384"/>
          </a:xfrm>
          <a:prstGeom prst="rect">
            <a:avLst/>
          </a:prstGeom>
          <a:solidFill>
            <a:srgbClr val="EAF4F7"/>
          </a:solidFill>
          <a:ln w="9525">
            <a:solidFill>
              <a:srgbClr val="D9E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16368" y="4974336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overwhelm risk for a first-time team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build, following prompts step-by-step and verifying output before moving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realistic 20-ship CSV: arrival time, berth, cargo type, expected unload hours, queue position.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Logic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berth utilisation and flag congestion risk across 0–24h and 24–72h windows.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ship table, utilisation bar chart, and color-coded (red/yellow/green) alerts.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9363456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6345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2461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submission.yaml and docs (problem statement, solution overview, architecture) for evaluation.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127248" y="34107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4107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34107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ships.csv — 20 realistic, fake records generated to stand in for live port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6654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ship_name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identifier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06654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65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286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arrival at 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906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900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berth_assigned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101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berth the ship is queued for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98648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0906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9900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cargo_type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3101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cargo carried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14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expected_unload_hours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3342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 to unload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92277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AF4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114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current_queue_position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3342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the current queue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Live Congestion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built on the prediction logic — ships table, utilisation chart, color-coded alerts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ships with berth and cargo type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% per berth, for both the 0–24h and 24–72h windows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colored by risk: over 100% congested, 70–100% warning, under 70% safe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77840" y="173736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EA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9788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Tiers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97880" y="2423160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 berth utilisation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3136392"/>
            <a:ext cx="310896" cy="310896"/>
          </a:xfrm>
          <a:prstGeom prst="ellipse">
            <a:avLst/>
          </a:prstGeom>
          <a:solidFill>
            <a:srgbClr val="E0A7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70–100% utilisation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3849624"/>
            <a:ext cx="310896" cy="310896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9788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 utilisation</a:t>
            </a:r>
            <a:endParaRPr lang="en-US" sz="11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806440" y="4617720"/>
          <a:ext cx="55778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well-commented pipeline — easy to explain and easy to extend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ships.csv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port arrival data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26280" y="214884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predict_congestion.py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743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data, computes utilisation, flags congested berths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75320" y="214884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743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importing prediction logic directly — zero duplicated code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841248" cy="457200"/>
          </a:xfrm>
          <a:prstGeom prst="roundRect">
            <a:avLst>
              <a:gd name="adj" fmla="val 50000"/>
            </a:avLst>
          </a:prstGeom>
          <a:solidFill>
            <a:srgbClr val="EAF4F7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19656" y="4480560"/>
            <a:ext cx="841248" cy="457200"/>
          </a:xfrm>
          <a:prstGeom prst="roundRect">
            <a:avLst>
              <a:gd name="adj" fmla="val 50000"/>
            </a:avLst>
          </a:prstGeom>
          <a:solidFill>
            <a:srgbClr val="EAF4F7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19656" y="448056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62072" y="4480560"/>
            <a:ext cx="1101852" cy="457200"/>
          </a:xfrm>
          <a:prstGeom prst="roundRect">
            <a:avLst>
              <a:gd name="adj" fmla="val 50000"/>
            </a:avLst>
          </a:prstGeom>
          <a:solidFill>
            <a:srgbClr val="EAF4F7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62072" y="4480560"/>
            <a:ext cx="1101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5092" y="4480560"/>
            <a:ext cx="2839212" cy="457200"/>
          </a:xfrm>
          <a:prstGeom prst="roundRect">
            <a:avLst>
              <a:gd name="adj" fmla="val 50000"/>
            </a:avLst>
          </a:prstGeom>
          <a:solidFill>
            <a:srgbClr val="EAF4F7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5092" y="4480560"/>
            <a:ext cx="283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 for performance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05472" y="4480560"/>
            <a:ext cx="2665476" cy="457200"/>
          </a:xfrm>
          <a:prstGeom prst="roundRect">
            <a:avLst>
              <a:gd name="adj" fmla="val 50000"/>
            </a:avLst>
          </a:prstGeom>
          <a:solidFill>
            <a:srgbClr val="EAF4F7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05472" y="448056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no external DB needed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669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imports directly from the prediction module — one source of truth, easy to debug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means Streamlit computes once, not on every click or slider interaction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1B3A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demo, ready to submit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292608" cy="292608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112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table — arrival, berth, and cargo type for all 20 ships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292608" cy="292608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889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utilisation % per berth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292608" cy="292608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6667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alerts — red / yellow / green congestion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480560"/>
            <a:ext cx="292608" cy="292608"/>
          </a:xfrm>
          <a:prstGeom prst="ellipse">
            <a:avLst/>
          </a:prstGeom>
          <a:solidFill>
            <a:srgbClr val="3FA7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443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for the demo write-up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37960" y="21031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680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2176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submission.yaml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25054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and problem statement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0175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680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48272" y="3090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docs/problem-statement.md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3419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L1 and what it solves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9319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680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48272" y="4005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docs/solution-overview.md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4334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data, and results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8463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680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48272" y="4919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748272" y="52486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tech stack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Predictor — Hackathon Submission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2026-09-14T18:02:05Z</dcterms:created>
  <dcterms:modified xsi:type="dcterms:W3CDTF">2026-09-14T18:02:05Z</dcterms:modified>
</cp:coreProperties>
</file>